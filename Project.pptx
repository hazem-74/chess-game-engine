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62" r:id="rId2"/>
    <p:sldId id="256" r:id="rId3"/>
    <p:sldId id="261" r:id="rId4"/>
    <p:sldId id="263" r:id="rId5"/>
    <p:sldId id="264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74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6D684-701C-63D4-0AFC-039ED3F5E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E9872-FA81-83B4-03E8-1A05FA39F6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980CA-ED10-44A6-C673-02B988C39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18066-12C7-45E9-B335-0FA3EBFFE48D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FBD7D-EADC-96DF-95A3-1697735C2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CBEDA-A022-7182-93F6-BC8D51C11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30AD-B24E-4525-9B13-6DB2EF71B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147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60EC0-5B36-C3B1-B0CD-7464347E6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7E985-5FB4-DD15-9A8D-0704D5E14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91909-099A-0D87-88AF-B08CB9BC4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18066-12C7-45E9-B335-0FA3EBFFE48D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7A62F-5E84-B9C1-DCBD-AAACF833B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8D01A-1C1F-A671-DAAF-01D4851B4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30AD-B24E-4525-9B13-6DB2EF71B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163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AE4BD-06C4-3F4E-1506-10EA13A6D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8B91B-221C-67CD-8C52-D4A76E8CE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5EDAB-F7CC-67E3-2271-26A4692E6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18066-12C7-45E9-B335-0FA3EBFFE48D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A4F43-1521-D252-80C5-2942FD7EA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25D68-A686-F7D8-2B79-ACAD6DF9A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30AD-B24E-4525-9B13-6DB2EF71B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992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ACC23-0055-1DF9-9EF4-F4EFB4C1C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5E15A-85D6-8787-EBC5-2E4C8A36DC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27469-D9CD-B600-E799-74377E150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2490F-4647-41A1-148A-7CCB23D12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18066-12C7-45E9-B335-0FA3EBFFE48D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76DE8-A3C3-9ED9-E380-42C9D1551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9743F-7E2D-5FAF-2BFF-C8B0BFCE1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30AD-B24E-4525-9B13-6DB2EF71B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820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45FD3-EA4B-BA66-4757-12C72BA64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AEC2E-18E4-ADF3-AA3B-AA2318FD8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621A67-25F3-0067-1294-097B47E5E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19B552-736E-C92B-6521-50F4EABB50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B259E9-82F0-654C-ECC1-BED68E8CB0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C1B900-D8A9-A086-5623-AF78C1C6F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18066-12C7-45E9-B335-0FA3EBFFE48D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1389EA-2D13-D545-63A9-404DDC50F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55358C-608F-DBC2-B3BA-B99E3206E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30AD-B24E-4525-9B13-6DB2EF71B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716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5D465-FD12-3CDA-A7E5-434DCA424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968F36-33DD-BA9A-AD2F-FE6BE33B8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18066-12C7-45E9-B335-0FA3EBFFE48D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D1B086-3F85-7018-D47A-BF611C1D5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9D07DC-8003-FE60-0EB7-6BB7897B8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30AD-B24E-4525-9B13-6DB2EF71B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358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B61A96-34EE-0AD1-998A-1F5F53458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18066-12C7-45E9-B335-0FA3EBFFE48D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7FD71E-80B2-9A3A-5B72-1F751ED05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2C187-7FF2-74BB-51AF-98AC17120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30AD-B24E-4525-9B13-6DB2EF71B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091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7D3CA-4FDB-DA9B-8B9C-119BCD3D5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D4A27-DC09-4DAF-5C63-73CC03CC1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BDEE0-231A-3DA3-F5FE-EC7B996456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523B86-81B3-89CC-8464-0B0A61185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18066-12C7-45E9-B335-0FA3EBFFE48D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F2BD8-7B12-AD11-5FD2-D03B4E76F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8BA91-02CE-0028-FAF7-E54BD8918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30AD-B24E-4525-9B13-6DB2EF71B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972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4F945-EC3C-5D4A-7130-AECA83873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87259A-800D-CD07-A920-CBFA91C8F8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9B5A1C-A314-25DB-E601-36AD0C37F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4F299-08C7-2C0A-CA51-822FFE57F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18066-12C7-45E9-B335-0FA3EBFFE48D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15A561-00C4-7437-8CC4-0CEDCB6DE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765F4-B097-7DD4-76D1-121C97942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30AD-B24E-4525-9B13-6DB2EF71B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091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650C6-FCAB-7F5B-5AF5-F17874A3A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BBD0AF-A70A-4B8E-B471-4957DF0BEC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FD433-9810-F213-5180-73D8D07D6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18066-12C7-45E9-B335-0FA3EBFFE48D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442F6-E790-6FE7-1BED-C93448070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A71E1-D695-B184-1663-F778C16E8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30AD-B24E-4525-9B13-6DB2EF71B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82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2E488F-C639-772C-7D39-291447E6A3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23D057-3ED1-91C1-F033-D831E44FC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9BA2B-A26C-5F91-70F3-631D03125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18066-12C7-45E9-B335-0FA3EBFFE48D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D8169-4557-1791-52D9-F1A78F669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FBBBB-214F-7B52-0B72-48CFC3DE5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830AD-B24E-4525-9B13-6DB2EF71B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550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3000" b="-2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924A7D-D704-C888-5462-BAF15051F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6008E-934A-0F2B-2DC3-E5A52DD25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2A85C-302C-FB3D-89F2-65E4F3DF6C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B18066-12C7-45E9-B335-0FA3EBFFE48D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10479-8C4B-FEBB-8E76-D517D71279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BF462-F870-B815-7B6A-ECDF705AF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0830AD-B24E-4525-9B13-6DB2EF71B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709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B5160-A526-80C3-98B5-BD1479521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9B26B7-3F2D-4B85-1160-C58CEA1BD2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1013" y="-875405"/>
            <a:ext cx="12655685" cy="7733405"/>
          </a:xfrm>
        </p:spPr>
      </p:pic>
    </p:spTree>
    <p:extLst>
      <p:ext uri="{BB962C8B-B14F-4D97-AF65-F5344CB8AC3E}">
        <p14:creationId xmlns:p14="http://schemas.microsoft.com/office/powerpoint/2010/main" val="1507726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BDD44A5-4D51-ED2A-F812-9AC195664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5828146"/>
            <a:ext cx="1255940" cy="10298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2C6614-5070-7C69-13F5-9AFF5B9C0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-9236" y="0"/>
            <a:ext cx="1255940" cy="10298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C4DAF2-D0E7-8614-6E52-1BC8A6583C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10936060" y="0"/>
            <a:ext cx="1255940" cy="10298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E603ED-398D-EBCA-6606-B6B53EB46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10936060" y="5902038"/>
            <a:ext cx="1255940" cy="10298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E224A8C-4A60-413E-7696-421C6F2D9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55940" cy="10298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4C0C85-90A1-379B-5CD7-15BA73F63D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987" y="5883769"/>
            <a:ext cx="1029649" cy="10296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5CF2CF8-8AAD-FDAE-2D44-B8CFD8656E1B}"/>
              </a:ext>
            </a:extLst>
          </p:cNvPr>
          <p:cNvSpPr txBox="1"/>
          <p:nvPr/>
        </p:nvSpPr>
        <p:spPr>
          <a:xfrm>
            <a:off x="1071213" y="1394690"/>
            <a:ext cx="103356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u="sng" dirty="0">
                <a:effectLst/>
                <a:latin typeface="Showcard Gothic" panose="04020904020102020604" pitchFamily="82" charset="0"/>
              </a:rPr>
              <a:t>Project Overview: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800" dirty="0"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800" b="0" i="0" dirty="0"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800" b="0" i="0" dirty="0">
              <a:effectLst/>
              <a:latin typeface="Söhne"/>
            </a:endParaRPr>
          </a:p>
          <a:p>
            <a:pPr algn="l"/>
            <a:endParaRPr lang="en-US" sz="2800" b="0" i="0" dirty="0"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Söhne"/>
              </a:rPr>
              <a:t>Goal: Develop a functional and interactive chess game</a:t>
            </a:r>
          </a:p>
          <a:p>
            <a:pPr algn="l"/>
            <a:endParaRPr lang="en-US" sz="2800" b="0" i="0" dirty="0"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Söhne"/>
              </a:rPr>
              <a:t>Technologies: Python programming language, basic graphical interface libraries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7C1BA0C-3267-953E-2A96-80F300B6BD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95" y="26861"/>
            <a:ext cx="969817" cy="96981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87B07B7-A99B-ECC8-53BA-5E13FF0FBC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2994" y="26862"/>
            <a:ext cx="923634" cy="92363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1C10692-515E-9D44-C443-C4F7352EEC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52" y="5902038"/>
            <a:ext cx="923636" cy="9236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B574C1E-0E29-7901-FE8E-497784B5CC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150" y="1902150"/>
            <a:ext cx="1526850" cy="152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270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BDD44A5-4D51-ED2A-F812-9AC195664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5828146"/>
            <a:ext cx="1255940" cy="10298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2C6614-5070-7C69-13F5-9AFF5B9C0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-9236" y="0"/>
            <a:ext cx="1255940" cy="10298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C4DAF2-D0E7-8614-6E52-1BC8A6583C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10936060" y="0"/>
            <a:ext cx="1255940" cy="10298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E603ED-398D-EBCA-6606-B6B53EB46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10936060" y="5902038"/>
            <a:ext cx="1255940" cy="10298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E224A8C-4A60-413E-7696-421C6F2D9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55940" cy="10298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4C0C85-90A1-379B-5CD7-15BA73F63D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987" y="5883769"/>
            <a:ext cx="1029649" cy="10296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5CF2CF8-8AAD-FDAE-2D44-B8CFD8656E1B}"/>
              </a:ext>
            </a:extLst>
          </p:cNvPr>
          <p:cNvSpPr txBox="1"/>
          <p:nvPr/>
        </p:nvSpPr>
        <p:spPr>
          <a:xfrm>
            <a:off x="1071213" y="1394690"/>
            <a:ext cx="10335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u="sng" dirty="0">
                <a:effectLst/>
                <a:latin typeface="Showcard Gothic" panose="04020904020102020604" pitchFamily="82" charset="0"/>
              </a:rPr>
              <a:t>Why Chess?</a:t>
            </a:r>
            <a:endParaRPr lang="en-US" sz="2800" b="1" u="sng" dirty="0">
              <a:latin typeface="Showcard Gothic" panose="04020904020102020604" pitchFamily="82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7C1BA0C-3267-953E-2A96-80F300B6BD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3" y="-19321"/>
            <a:ext cx="1016000" cy="1016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87B07B7-A99B-ECC8-53BA-5E13FF0FBC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2994" y="26862"/>
            <a:ext cx="923634" cy="92363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1C10692-515E-9D44-C443-C4F7352EEC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52" y="5902038"/>
            <a:ext cx="923636" cy="9236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C8CEE8-E778-18FE-4360-7F087933B2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9264" y="703800"/>
            <a:ext cx="1905000" cy="190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BDFB2E-004A-4B60-7542-1D7AD6D175B1}"/>
              </a:ext>
            </a:extLst>
          </p:cNvPr>
          <p:cNvSpPr txBox="1"/>
          <p:nvPr/>
        </p:nvSpPr>
        <p:spPr>
          <a:xfrm>
            <a:off x="1255940" y="2627069"/>
            <a:ext cx="1019458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Söhne"/>
              </a:rPr>
              <a:t>Chess is a classic and strategic board game that challenges the mind.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3200" dirty="0">
              <a:latin typeface="Söhne"/>
            </a:endParaRPr>
          </a:p>
          <a:p>
            <a:pPr algn="l"/>
            <a:endParaRPr lang="en-US" sz="3200" b="0" i="0" dirty="0"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Söhne"/>
              </a:rPr>
              <a:t>Enhances logical thinking, problem-solving, and strategic planning skills.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59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BDD44A5-4D51-ED2A-F812-9AC195664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5828146"/>
            <a:ext cx="1255940" cy="10298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2C6614-5070-7C69-13F5-9AFF5B9C0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-9236" y="0"/>
            <a:ext cx="1255940" cy="10298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C4DAF2-D0E7-8614-6E52-1BC8A6583C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10936060" y="0"/>
            <a:ext cx="1255940" cy="10298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E603ED-398D-EBCA-6606-B6B53EB46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10936060" y="5902038"/>
            <a:ext cx="1255940" cy="10298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E224A8C-4A60-413E-7696-421C6F2D9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55940" cy="10298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4C0C85-90A1-379B-5CD7-15BA73F63D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987" y="5883769"/>
            <a:ext cx="1029649" cy="10296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5CF2CF8-8AAD-FDAE-2D44-B8CFD8656E1B}"/>
              </a:ext>
            </a:extLst>
          </p:cNvPr>
          <p:cNvSpPr txBox="1"/>
          <p:nvPr/>
        </p:nvSpPr>
        <p:spPr>
          <a:xfrm>
            <a:off x="1071213" y="1394690"/>
            <a:ext cx="10335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u="sng" dirty="0">
                <a:latin typeface="Showcard Gothic" panose="04020904020102020604" pitchFamily="82" charset="0"/>
              </a:rPr>
              <a:t>Objectives:</a:t>
            </a:r>
            <a:endParaRPr lang="en-US" sz="2800" b="1" u="sng" dirty="0">
              <a:latin typeface="Showcard Gothic" panose="04020904020102020604" pitchFamily="82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7C1BA0C-3267-953E-2A96-80F300B6BD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3" y="-19321"/>
            <a:ext cx="1016000" cy="1016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87B07B7-A99B-ECC8-53BA-5E13FF0FBC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2994" y="26862"/>
            <a:ext cx="923634" cy="92363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1C10692-515E-9D44-C443-C4F7352EEC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52" y="5902038"/>
            <a:ext cx="923636" cy="9236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BDFB2E-004A-4B60-7542-1D7AD6D175B1}"/>
              </a:ext>
            </a:extLst>
          </p:cNvPr>
          <p:cNvSpPr txBox="1"/>
          <p:nvPr/>
        </p:nvSpPr>
        <p:spPr>
          <a:xfrm>
            <a:off x="1212321" y="2282746"/>
            <a:ext cx="1019458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Söhne"/>
              </a:rPr>
              <a:t>Understand the rules and mechanics of chess.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>
              <a:latin typeface="Söhn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Söhne"/>
              </a:rPr>
              <a:t>Implement the game logic for all pieces and moves.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>
              <a:latin typeface="Söhn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Söhne"/>
              </a:rPr>
              <a:t>Create a user-friendly interface to play the game.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485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BDD44A5-4D51-ED2A-F812-9AC195664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5828146"/>
            <a:ext cx="1255940" cy="10298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2C6614-5070-7C69-13F5-9AFF5B9C0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-9236" y="0"/>
            <a:ext cx="1255940" cy="10298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C4DAF2-D0E7-8614-6E52-1BC8A6583C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10936060" y="0"/>
            <a:ext cx="1255940" cy="10298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E603ED-398D-EBCA-6606-B6B53EB46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10936060" y="5902038"/>
            <a:ext cx="1255940" cy="10298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E224A8C-4A60-413E-7696-421C6F2D9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55940" cy="10298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4C0C85-90A1-379B-5CD7-15BA73F63D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987" y="5883769"/>
            <a:ext cx="1029649" cy="10296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5CF2CF8-8AAD-FDAE-2D44-B8CFD8656E1B}"/>
              </a:ext>
            </a:extLst>
          </p:cNvPr>
          <p:cNvSpPr txBox="1"/>
          <p:nvPr/>
        </p:nvSpPr>
        <p:spPr>
          <a:xfrm>
            <a:off x="1071213" y="1394690"/>
            <a:ext cx="10335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u="sng" dirty="0">
                <a:latin typeface="Showcard Gothic" panose="04020904020102020604" pitchFamily="82" charset="0"/>
              </a:rPr>
              <a:t>Project Highlights:</a:t>
            </a:r>
            <a:endParaRPr lang="en-US" sz="2800" b="1" u="sng" dirty="0">
              <a:latin typeface="Showcard Gothic" panose="04020904020102020604" pitchFamily="82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7C1BA0C-3267-953E-2A96-80F300B6BD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3" y="-19321"/>
            <a:ext cx="1016000" cy="1016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87B07B7-A99B-ECC8-53BA-5E13FF0FBC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2994" y="26862"/>
            <a:ext cx="923634" cy="92363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1C10692-515E-9D44-C443-C4F7352EEC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52" y="5902038"/>
            <a:ext cx="923636" cy="9236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BDFB2E-004A-4B60-7542-1D7AD6D175B1}"/>
              </a:ext>
            </a:extLst>
          </p:cNvPr>
          <p:cNvSpPr txBox="1"/>
          <p:nvPr/>
        </p:nvSpPr>
        <p:spPr>
          <a:xfrm>
            <a:off x="1212321" y="2282746"/>
            <a:ext cx="1019458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Söhne"/>
              </a:rPr>
              <a:t>Developing algorithms to validate legal moves.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>
              <a:latin typeface="Söhn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Söhne"/>
              </a:rPr>
              <a:t>Designing the graphical user interface (GUI) for the chessboard.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>
              <a:latin typeface="Söhn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Söhne"/>
              </a:rPr>
              <a:t>Implementing a user-friendly experience with intuitive controls.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409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BDD44A5-4D51-ED2A-F812-9AC195664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5828146"/>
            <a:ext cx="1255940" cy="10298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2C6614-5070-7C69-13F5-9AFF5B9C0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-9236" y="0"/>
            <a:ext cx="1255940" cy="10298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C4DAF2-D0E7-8614-6E52-1BC8A6583C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10936060" y="0"/>
            <a:ext cx="1255940" cy="10298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E603ED-398D-EBCA-6606-B6B53EB46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10936060" y="5902038"/>
            <a:ext cx="1255940" cy="10298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E224A8C-4A60-413E-7696-421C6F2D9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55940" cy="10298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4C0C85-90A1-379B-5CD7-15BA73F63D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987" y="5883769"/>
            <a:ext cx="1029649" cy="10296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5CF2CF8-8AAD-FDAE-2D44-B8CFD8656E1B}"/>
              </a:ext>
            </a:extLst>
          </p:cNvPr>
          <p:cNvSpPr txBox="1"/>
          <p:nvPr/>
        </p:nvSpPr>
        <p:spPr>
          <a:xfrm>
            <a:off x="1080941" y="1394690"/>
            <a:ext cx="103356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u="sng" dirty="0">
                <a:latin typeface="Showcard Gothic" panose="04020904020102020604" pitchFamily="82" charset="0"/>
              </a:rPr>
              <a:t>Key Features: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b="1" u="sng" dirty="0">
              <a:latin typeface="Showcard Gothic" panose="04020904020102020604" pitchFamily="82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7C1BA0C-3267-953E-2A96-80F300B6BD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3" y="-19321"/>
            <a:ext cx="1016000" cy="1016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87B07B7-A99B-ECC8-53BA-5E13FF0FBC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2994" y="26862"/>
            <a:ext cx="923634" cy="92363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1C10692-515E-9D44-C443-C4F7352EEC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52" y="5902038"/>
            <a:ext cx="923636" cy="9236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BDFB2E-004A-4B60-7542-1D7AD6D175B1}"/>
              </a:ext>
            </a:extLst>
          </p:cNvPr>
          <p:cNvSpPr txBox="1"/>
          <p:nvPr/>
        </p:nvSpPr>
        <p:spPr>
          <a:xfrm>
            <a:off x="1212321" y="2282746"/>
            <a:ext cx="101945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Söhne"/>
              </a:rPr>
              <a:t>Interactive chessboard </a:t>
            </a:r>
            <a:r>
              <a:rPr lang="en-US" sz="3200">
                <a:latin typeface="Söhne"/>
              </a:rPr>
              <a:t>with pieces</a:t>
            </a:r>
            <a:r>
              <a:rPr lang="en-US" sz="3200" dirty="0">
                <a:latin typeface="Söhne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>
              <a:latin typeface="Söhn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Söhne"/>
              </a:rPr>
              <a:t>Highlighting legal moves and capturing opponents' pieces.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>
              <a:latin typeface="Söhn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Söhne"/>
              </a:rPr>
              <a:t>Implementing castling,  and promotion mechanics.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99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BDD44A5-4D51-ED2A-F812-9AC195664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5828146"/>
            <a:ext cx="1255940" cy="10298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2C6614-5070-7C69-13F5-9AFF5B9C0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-9236" y="0"/>
            <a:ext cx="1255940" cy="10298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C4DAF2-D0E7-8614-6E52-1BC8A6583C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10936060" y="0"/>
            <a:ext cx="1255940" cy="10298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E603ED-398D-EBCA-6606-B6B53EB46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10936060" y="5902038"/>
            <a:ext cx="1255940" cy="10298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E224A8C-4A60-413E-7696-421C6F2D9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55940" cy="10298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4C0C85-90A1-379B-5CD7-15BA73F63D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987" y="5883769"/>
            <a:ext cx="1029649" cy="10296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5CF2CF8-8AAD-FDAE-2D44-B8CFD8656E1B}"/>
              </a:ext>
            </a:extLst>
          </p:cNvPr>
          <p:cNvSpPr txBox="1"/>
          <p:nvPr/>
        </p:nvSpPr>
        <p:spPr>
          <a:xfrm>
            <a:off x="1080941" y="1394690"/>
            <a:ext cx="10335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u="sng" dirty="0">
                <a:latin typeface="Showcard Gothic" panose="04020904020102020604" pitchFamily="82" charset="0"/>
              </a:rPr>
              <a:t>Tools and Libraries:</a:t>
            </a:r>
            <a:endParaRPr lang="en-US" sz="2800" b="1" u="sng" dirty="0">
              <a:latin typeface="Showcard Gothic" panose="04020904020102020604" pitchFamily="82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7C1BA0C-3267-953E-2A96-80F300B6BD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3" y="-19321"/>
            <a:ext cx="1016000" cy="1016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87B07B7-A99B-ECC8-53BA-5E13FF0FBC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2994" y="26862"/>
            <a:ext cx="923634" cy="92363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1C10692-515E-9D44-C443-C4F7352EEC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52" y="5902038"/>
            <a:ext cx="923636" cy="9236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BDFB2E-004A-4B60-7542-1D7AD6D175B1}"/>
              </a:ext>
            </a:extLst>
          </p:cNvPr>
          <p:cNvSpPr txBox="1"/>
          <p:nvPr/>
        </p:nvSpPr>
        <p:spPr>
          <a:xfrm>
            <a:off x="1212321" y="2321658"/>
            <a:ext cx="101945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Söhne"/>
              </a:rPr>
              <a:t>Python programming language (3.11 version)</a:t>
            </a:r>
          </a:p>
          <a:p>
            <a:endParaRPr lang="en-US" sz="3200" dirty="0">
              <a:latin typeface="Söhn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 err="1">
                <a:latin typeface="Söhne"/>
              </a:rPr>
              <a:t>Pygame</a:t>
            </a:r>
            <a:r>
              <a:rPr lang="en-US" sz="3200" dirty="0">
                <a:latin typeface="Söhne"/>
              </a:rPr>
              <a:t> for  GUI implementation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26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BDD44A5-4D51-ED2A-F812-9AC195664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5828146"/>
            <a:ext cx="1255940" cy="10298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2C6614-5070-7C69-13F5-9AFF5B9C0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-9236" y="0"/>
            <a:ext cx="1255940" cy="10298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C4DAF2-D0E7-8614-6E52-1BC8A6583C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10936060" y="0"/>
            <a:ext cx="1255940" cy="10298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E603ED-398D-EBCA-6606-B6B53EB46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10936060" y="5902038"/>
            <a:ext cx="1255940" cy="10298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E224A8C-4A60-413E-7696-421C6F2D9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55940" cy="10298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4C0C85-90A1-379B-5CD7-15BA73F63D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987" y="5883769"/>
            <a:ext cx="1029649" cy="10296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5CF2CF8-8AAD-FDAE-2D44-B8CFD8656E1B}"/>
              </a:ext>
            </a:extLst>
          </p:cNvPr>
          <p:cNvSpPr txBox="1"/>
          <p:nvPr/>
        </p:nvSpPr>
        <p:spPr>
          <a:xfrm>
            <a:off x="787298" y="2506324"/>
            <a:ext cx="1033569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Font typeface="Arial" panose="020B0604020202020204" pitchFamily="34" charset="0"/>
              <a:buChar char="•"/>
            </a:pPr>
            <a:r>
              <a:rPr lang="en-US" sz="2800" b="1" dirty="0">
                <a:latin typeface="Showcard Gothic" panose="04020904020102020604" pitchFamily="82" charset="0"/>
              </a:rPr>
              <a:t>Thank you for your attention!</a:t>
            </a:r>
          </a:p>
          <a:p>
            <a:pPr algn="ctr">
              <a:buFont typeface="Arial" panose="020B0604020202020204" pitchFamily="34" charset="0"/>
              <a:buChar char="•"/>
            </a:pPr>
            <a:endParaRPr lang="en-US" sz="2800" b="1" dirty="0">
              <a:latin typeface="Showcard Gothic" panose="04020904020102020604" pitchFamily="82" charset="0"/>
              <a:cs typeface="Times New Roman" panose="02020603050405020304" pitchFamily="18" charset="0"/>
            </a:endParaRPr>
          </a:p>
          <a:p>
            <a:r>
              <a:rPr lang="en-US" dirty="0"/>
              <a:t>                                          Get ready to dive into the world of Python chess programming!</a:t>
            </a:r>
          </a:p>
          <a:p>
            <a:br>
              <a:rPr lang="en-US" sz="2800" dirty="0"/>
            </a:br>
            <a:endParaRPr lang="en-US" sz="2800" b="1" dirty="0">
              <a:latin typeface="Showcard Gothic" panose="04020904020102020604" pitchFamily="82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7C1BA0C-3267-953E-2A96-80F300B6BD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3" y="-19321"/>
            <a:ext cx="1016000" cy="1016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87B07B7-A99B-ECC8-53BA-5E13FF0FBC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2994" y="26862"/>
            <a:ext cx="923634" cy="92363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1C10692-515E-9D44-C443-C4F7352EEC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52" y="5902038"/>
            <a:ext cx="923636" cy="9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056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</TotalTime>
  <Words>167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Showcard Gothic</vt:lpstr>
      <vt:lpstr>Söhne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Hazem Mohamed</dc:creator>
  <cp:lastModifiedBy>Hazem Mohamed</cp:lastModifiedBy>
  <cp:revision>6</cp:revision>
  <dcterms:created xsi:type="dcterms:W3CDTF">2023-08-15T18:21:19Z</dcterms:created>
  <dcterms:modified xsi:type="dcterms:W3CDTF">2023-08-15T22:12:27Z</dcterms:modified>
</cp:coreProperties>
</file>